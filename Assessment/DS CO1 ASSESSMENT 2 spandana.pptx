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7" r:id="rId9"/>
    <p:sldId id="266" r:id="rId10"/>
    <p:sldId id="268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CA68D-3BAB-4ADF-AFB3-0CEA0E69BFF8}" v="34" dt="2026-07-25T04:20:03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rapu spandana" userId="1df1847695f51b24" providerId="LiveId" clId="{B8A190E5-4223-4FE1-8B7C-E0E880C79908}"/>
    <pc:docChg chg="undo custSel addSld delSld modSld">
      <pc:chgData name="savarapu spandana" userId="1df1847695f51b24" providerId="LiveId" clId="{B8A190E5-4223-4FE1-8B7C-E0E880C79908}" dt="2026-07-25T04:21:36.100" v="720" actId="20577"/>
      <pc:docMkLst>
        <pc:docMk/>
      </pc:docMkLst>
      <pc:sldChg chg="modSp mod">
        <pc:chgData name="savarapu spandana" userId="1df1847695f51b24" providerId="LiveId" clId="{B8A190E5-4223-4FE1-8B7C-E0E880C79908}" dt="2026-07-25T04:21:36.100" v="720" actId="20577"/>
        <pc:sldMkLst>
          <pc:docMk/>
          <pc:sldMk cId="280407348" sldId="256"/>
        </pc:sldMkLst>
        <pc:spChg chg="mod">
          <ac:chgData name="savarapu spandana" userId="1df1847695f51b24" providerId="LiveId" clId="{B8A190E5-4223-4FE1-8B7C-E0E880C79908}" dt="2026-07-25T03:54:43.511" v="425" actId="20577"/>
          <ac:spMkLst>
            <pc:docMk/>
            <pc:sldMk cId="280407348" sldId="256"/>
            <ac:spMk id="2" creationId="{C24352E9-5022-2517-0502-AF420ABE4E0E}"/>
          </ac:spMkLst>
        </pc:spChg>
        <pc:spChg chg="mod">
          <ac:chgData name="savarapu spandana" userId="1df1847695f51b24" providerId="LiveId" clId="{B8A190E5-4223-4FE1-8B7C-E0E880C79908}" dt="2026-07-25T04:21:36.100" v="720" actId="20577"/>
          <ac:spMkLst>
            <pc:docMk/>
            <pc:sldMk cId="280407348" sldId="256"/>
            <ac:spMk id="3" creationId="{31F909E8-79E1-EB0B-1C2E-E2A70E7441C1}"/>
          </ac:spMkLst>
        </pc:spChg>
      </pc:sldChg>
      <pc:sldChg chg="modSp mod">
        <pc:chgData name="savarapu spandana" userId="1df1847695f51b24" providerId="LiveId" clId="{B8A190E5-4223-4FE1-8B7C-E0E880C79908}" dt="2026-07-25T03:58:59.338" v="493" actId="14100"/>
        <pc:sldMkLst>
          <pc:docMk/>
          <pc:sldMk cId="3182930721" sldId="257"/>
        </pc:sldMkLst>
        <pc:spChg chg="mod">
          <ac:chgData name="savarapu spandana" userId="1df1847695f51b24" providerId="LiveId" clId="{B8A190E5-4223-4FE1-8B7C-E0E880C79908}" dt="2026-07-25T03:58:46.226" v="490" actId="255"/>
          <ac:spMkLst>
            <pc:docMk/>
            <pc:sldMk cId="3182930721" sldId="257"/>
            <ac:spMk id="2" creationId="{BCD1E53D-A31F-52D0-5EB7-638A98A86272}"/>
          </ac:spMkLst>
        </pc:spChg>
        <pc:spChg chg="mod">
          <ac:chgData name="savarapu spandana" userId="1df1847695f51b24" providerId="LiveId" clId="{B8A190E5-4223-4FE1-8B7C-E0E880C79908}" dt="2026-07-25T03:58:59.338" v="493" actId="14100"/>
          <ac:spMkLst>
            <pc:docMk/>
            <pc:sldMk cId="3182930721" sldId="257"/>
            <ac:spMk id="3" creationId="{61BD6BCE-949C-150C-6650-7558E4C29B06}"/>
          </ac:spMkLst>
        </pc:spChg>
      </pc:sldChg>
      <pc:sldChg chg="modSp mod">
        <pc:chgData name="savarapu spandana" userId="1df1847695f51b24" providerId="LiveId" clId="{B8A190E5-4223-4FE1-8B7C-E0E880C79908}" dt="2026-07-25T04:01:32.331" v="516" actId="1076"/>
        <pc:sldMkLst>
          <pc:docMk/>
          <pc:sldMk cId="2344339763" sldId="258"/>
        </pc:sldMkLst>
        <pc:spChg chg="mod">
          <ac:chgData name="savarapu spandana" userId="1df1847695f51b24" providerId="LiveId" clId="{B8A190E5-4223-4FE1-8B7C-E0E880C79908}" dt="2026-07-25T04:00:02.107" v="497" actId="255"/>
          <ac:spMkLst>
            <pc:docMk/>
            <pc:sldMk cId="2344339763" sldId="258"/>
            <ac:spMk id="2" creationId="{3D3DEAB1-170C-7D4B-E33D-FE0DD3C4FB9B}"/>
          </ac:spMkLst>
        </pc:spChg>
        <pc:spChg chg="mod">
          <ac:chgData name="savarapu spandana" userId="1df1847695f51b24" providerId="LiveId" clId="{B8A190E5-4223-4FE1-8B7C-E0E880C79908}" dt="2026-07-25T04:01:32.331" v="516" actId="1076"/>
          <ac:spMkLst>
            <pc:docMk/>
            <pc:sldMk cId="2344339763" sldId="258"/>
            <ac:spMk id="3" creationId="{3D69572F-EE45-3577-4E68-7D37A120813B}"/>
          </ac:spMkLst>
        </pc:spChg>
      </pc:sldChg>
      <pc:sldChg chg="modSp mod">
        <pc:chgData name="savarapu spandana" userId="1df1847695f51b24" providerId="LiveId" clId="{B8A190E5-4223-4FE1-8B7C-E0E880C79908}" dt="2026-07-25T04:03:09.614" v="530" actId="2711"/>
        <pc:sldMkLst>
          <pc:docMk/>
          <pc:sldMk cId="1171297602" sldId="259"/>
        </pc:sldMkLst>
        <pc:spChg chg="mod">
          <ac:chgData name="savarapu spandana" userId="1df1847695f51b24" providerId="LiveId" clId="{B8A190E5-4223-4FE1-8B7C-E0E880C79908}" dt="2026-07-25T04:02:26.221" v="520" actId="255"/>
          <ac:spMkLst>
            <pc:docMk/>
            <pc:sldMk cId="1171297602" sldId="259"/>
            <ac:spMk id="2" creationId="{1EDE5572-5A9F-C6F4-27DD-5F4A38575A4C}"/>
          </ac:spMkLst>
        </pc:spChg>
        <pc:spChg chg="mod">
          <ac:chgData name="savarapu spandana" userId="1df1847695f51b24" providerId="LiveId" clId="{B8A190E5-4223-4FE1-8B7C-E0E880C79908}" dt="2026-07-25T04:03:09.614" v="530" actId="2711"/>
          <ac:spMkLst>
            <pc:docMk/>
            <pc:sldMk cId="1171297602" sldId="259"/>
            <ac:spMk id="3" creationId="{A72384A8-7772-D59F-3E8D-02ABDA6BEBD7}"/>
          </ac:spMkLst>
        </pc:spChg>
      </pc:sldChg>
      <pc:sldChg chg="modSp mod">
        <pc:chgData name="savarapu spandana" userId="1df1847695f51b24" providerId="LiveId" clId="{B8A190E5-4223-4FE1-8B7C-E0E880C79908}" dt="2026-07-25T04:04:34.209" v="541" actId="2711"/>
        <pc:sldMkLst>
          <pc:docMk/>
          <pc:sldMk cId="1710782363" sldId="260"/>
        </pc:sldMkLst>
        <pc:spChg chg="mod">
          <ac:chgData name="savarapu spandana" userId="1df1847695f51b24" providerId="LiveId" clId="{B8A190E5-4223-4FE1-8B7C-E0E880C79908}" dt="2026-07-25T04:03:49.154" v="534" actId="255"/>
          <ac:spMkLst>
            <pc:docMk/>
            <pc:sldMk cId="1710782363" sldId="260"/>
            <ac:spMk id="2" creationId="{F2302700-2340-CE64-A45B-0639953C39A6}"/>
          </ac:spMkLst>
        </pc:spChg>
        <pc:spChg chg="mod">
          <ac:chgData name="savarapu spandana" userId="1df1847695f51b24" providerId="LiveId" clId="{B8A190E5-4223-4FE1-8B7C-E0E880C79908}" dt="2026-07-25T04:04:34.209" v="541" actId="2711"/>
          <ac:spMkLst>
            <pc:docMk/>
            <pc:sldMk cId="1710782363" sldId="260"/>
            <ac:spMk id="3" creationId="{504E138B-2D82-1095-A71E-56082AA17BF3}"/>
          </ac:spMkLst>
        </pc:spChg>
      </pc:sldChg>
      <pc:sldChg chg="modSp mod">
        <pc:chgData name="savarapu spandana" userId="1df1847695f51b24" providerId="LiveId" clId="{B8A190E5-4223-4FE1-8B7C-E0E880C79908}" dt="2026-07-25T04:09:58.039" v="610" actId="113"/>
        <pc:sldMkLst>
          <pc:docMk/>
          <pc:sldMk cId="199482665" sldId="261"/>
        </pc:sldMkLst>
        <pc:spChg chg="mod">
          <ac:chgData name="savarapu spandana" userId="1df1847695f51b24" providerId="LiveId" clId="{B8A190E5-4223-4FE1-8B7C-E0E880C79908}" dt="2026-07-25T04:09:25.499" v="600" actId="255"/>
          <ac:spMkLst>
            <pc:docMk/>
            <pc:sldMk cId="199482665" sldId="261"/>
            <ac:spMk id="2" creationId="{67B16305-65F5-17D9-7407-AFA00451FD05}"/>
          </ac:spMkLst>
        </pc:spChg>
        <pc:spChg chg="mod">
          <ac:chgData name="savarapu spandana" userId="1df1847695f51b24" providerId="LiveId" clId="{B8A190E5-4223-4FE1-8B7C-E0E880C79908}" dt="2026-07-25T04:09:58.039" v="610" actId="113"/>
          <ac:spMkLst>
            <pc:docMk/>
            <pc:sldMk cId="199482665" sldId="261"/>
            <ac:spMk id="3" creationId="{260A03C0-F763-D97F-EA4C-44A983735E8E}"/>
          </ac:spMkLst>
        </pc:spChg>
      </pc:sldChg>
      <pc:sldChg chg="addSp delSp modSp del mod chgLayout">
        <pc:chgData name="savarapu spandana" userId="1df1847695f51b24" providerId="LiveId" clId="{B8A190E5-4223-4FE1-8B7C-E0E880C79908}" dt="2026-07-25T04:13:24.089" v="633" actId="2696"/>
        <pc:sldMkLst>
          <pc:docMk/>
          <pc:sldMk cId="1253435536" sldId="262"/>
        </pc:sldMkLst>
        <pc:spChg chg="mod">
          <ac:chgData name="savarapu spandana" userId="1df1847695f51b24" providerId="LiveId" clId="{B8A190E5-4223-4FE1-8B7C-E0E880C79908}" dt="2026-07-25T04:11:39.394" v="618" actId="1076"/>
          <ac:spMkLst>
            <pc:docMk/>
            <pc:sldMk cId="1253435536" sldId="262"/>
            <ac:spMk id="3" creationId="{B34BF758-21F8-8A81-B5A8-103FE356270F}"/>
          </ac:spMkLst>
        </pc:spChg>
        <pc:graphicFrameChg chg="add del">
          <ac:chgData name="savarapu spandana" userId="1df1847695f51b24" providerId="LiveId" clId="{B8A190E5-4223-4FE1-8B7C-E0E880C79908}" dt="2026-07-25T04:12:21.343" v="622" actId="3680"/>
          <ac:graphicFrameMkLst>
            <pc:docMk/>
            <pc:sldMk cId="1253435536" sldId="262"/>
            <ac:graphicFrameMk id="2" creationId="{0CB839B3-0B8F-9F5B-773A-8441AEE57495}"/>
          </ac:graphicFrameMkLst>
        </pc:graphicFrameChg>
      </pc:sldChg>
      <pc:sldChg chg="delSp modSp new mod">
        <pc:chgData name="savarapu spandana" userId="1df1847695f51b24" providerId="LiveId" clId="{B8A190E5-4223-4FE1-8B7C-E0E880C79908}" dt="2026-07-25T04:07:44.224" v="597" actId="1076"/>
        <pc:sldMkLst>
          <pc:docMk/>
          <pc:sldMk cId="136358900" sldId="265"/>
        </pc:sldMkLst>
        <pc:spChg chg="mod">
          <ac:chgData name="savarapu spandana" userId="1df1847695f51b24" providerId="LiveId" clId="{B8A190E5-4223-4FE1-8B7C-E0E880C79908}" dt="2026-07-25T04:07:44.224" v="597" actId="1076"/>
          <ac:spMkLst>
            <pc:docMk/>
            <pc:sldMk cId="136358900" sldId="265"/>
            <ac:spMk id="2" creationId="{90547833-EF97-E5D3-C38F-9F9700846C9E}"/>
          </ac:spMkLst>
        </pc:spChg>
        <pc:spChg chg="del mod">
          <ac:chgData name="savarapu spandana" userId="1df1847695f51b24" providerId="LiveId" clId="{B8A190E5-4223-4FE1-8B7C-E0E880C79908}" dt="2026-07-25T04:06:03.410" v="552" actId="478"/>
          <ac:spMkLst>
            <pc:docMk/>
            <pc:sldMk cId="136358900" sldId="265"/>
            <ac:spMk id="3" creationId="{4F316456-C580-075D-CE26-D8FD0DEF1DB8}"/>
          </ac:spMkLst>
        </pc:spChg>
      </pc:sldChg>
      <pc:sldChg chg="addSp delSp modSp new add del mod">
        <pc:chgData name="savarapu spandana" userId="1df1847695f51b24" providerId="LiveId" clId="{B8A190E5-4223-4FE1-8B7C-E0E880C79908}" dt="2026-07-25T04:18:57.797" v="697" actId="1076"/>
        <pc:sldMkLst>
          <pc:docMk/>
          <pc:sldMk cId="4124064064" sldId="266"/>
        </pc:sldMkLst>
        <pc:spChg chg="add mod">
          <ac:chgData name="savarapu spandana" userId="1df1847695f51b24" providerId="LiveId" clId="{B8A190E5-4223-4FE1-8B7C-E0E880C79908}" dt="2026-07-25T04:18:21.527" v="692" actId="1076"/>
          <ac:spMkLst>
            <pc:docMk/>
            <pc:sldMk cId="4124064064" sldId="266"/>
            <ac:spMk id="8" creationId="{B84BDDC3-09D5-B858-A7F2-62B23BFE65F7}"/>
          </ac:spMkLst>
        </pc:spChg>
        <pc:spChg chg="add mod">
          <ac:chgData name="savarapu spandana" userId="1df1847695f51b24" providerId="LiveId" clId="{B8A190E5-4223-4FE1-8B7C-E0E880C79908}" dt="2026-07-25T04:18:57.797" v="697" actId="1076"/>
          <ac:spMkLst>
            <pc:docMk/>
            <pc:sldMk cId="4124064064" sldId="266"/>
            <ac:spMk id="10" creationId="{F078835E-6DDC-FD16-77EF-BDCA9659294C}"/>
          </ac:spMkLst>
        </pc:spChg>
        <pc:graphicFrameChg chg="add del mod modGraphic">
          <ac:chgData name="savarapu spandana" userId="1df1847695f51b24" providerId="LiveId" clId="{B8A190E5-4223-4FE1-8B7C-E0E880C79908}" dt="2026-07-25T04:17:29.455" v="684" actId="478"/>
          <ac:graphicFrameMkLst>
            <pc:docMk/>
            <pc:sldMk cId="4124064064" sldId="266"/>
            <ac:graphicFrameMk id="2" creationId="{3F89D640-8589-0E17-945C-12F115B8DF75}"/>
          </ac:graphicFrameMkLst>
        </pc:graphicFrameChg>
        <pc:graphicFrameChg chg="add del mod modGraphic">
          <ac:chgData name="savarapu spandana" userId="1df1847695f51b24" providerId="LiveId" clId="{B8A190E5-4223-4FE1-8B7C-E0E880C79908}" dt="2026-07-25T04:15:40.757" v="671" actId="3680"/>
          <ac:graphicFrameMkLst>
            <pc:docMk/>
            <pc:sldMk cId="4124064064" sldId="266"/>
            <ac:graphicFrameMk id="3" creationId="{98D395E6-150E-4B5B-D472-2DD19B40A8A7}"/>
          </ac:graphicFrameMkLst>
        </pc:graphicFrameChg>
        <pc:graphicFrameChg chg="add del mod modGraphic">
          <ac:chgData name="savarapu spandana" userId="1df1847695f51b24" providerId="LiveId" clId="{B8A190E5-4223-4FE1-8B7C-E0E880C79908}" dt="2026-07-25T04:16:20.381" v="675" actId="3680"/>
          <ac:graphicFrameMkLst>
            <pc:docMk/>
            <pc:sldMk cId="4124064064" sldId="266"/>
            <ac:graphicFrameMk id="4" creationId="{B828709D-F2E1-FA7A-AB0C-04162D763270}"/>
          </ac:graphicFrameMkLst>
        </pc:graphicFrameChg>
        <pc:graphicFrameChg chg="add del">
          <ac:chgData name="savarapu spandana" userId="1df1847695f51b24" providerId="LiveId" clId="{B8A190E5-4223-4FE1-8B7C-E0E880C79908}" dt="2026-07-25T04:16:46.652" v="678" actId="3680"/>
          <ac:graphicFrameMkLst>
            <pc:docMk/>
            <pc:sldMk cId="4124064064" sldId="266"/>
            <ac:graphicFrameMk id="5" creationId="{96BC8929-0E5D-5B1B-E061-D039ED257AF6}"/>
          </ac:graphicFrameMkLst>
        </pc:graphicFrameChg>
        <pc:graphicFrameChg chg="add mod">
          <ac:chgData name="savarapu spandana" userId="1df1847695f51b24" providerId="LiveId" clId="{B8A190E5-4223-4FE1-8B7C-E0E880C79908}" dt="2026-07-25T04:18:13.392" v="690" actId="1076"/>
          <ac:graphicFrameMkLst>
            <pc:docMk/>
            <pc:sldMk cId="4124064064" sldId="266"/>
            <ac:graphicFrameMk id="6" creationId="{2735A61F-498B-602F-AFD8-402C4E7276DB}"/>
          </ac:graphicFrameMkLst>
        </pc:graphicFrameChg>
      </pc:sldChg>
      <pc:sldChg chg="modSp new mod">
        <pc:chgData name="savarapu spandana" userId="1df1847695f51b24" providerId="LiveId" clId="{B8A190E5-4223-4FE1-8B7C-E0E880C79908}" dt="2026-07-25T04:13:59.052" v="642" actId="255"/>
        <pc:sldMkLst>
          <pc:docMk/>
          <pc:sldMk cId="3527357216" sldId="267"/>
        </pc:sldMkLst>
        <pc:spChg chg="mod">
          <ac:chgData name="savarapu spandana" userId="1df1847695f51b24" providerId="LiveId" clId="{B8A190E5-4223-4FE1-8B7C-E0E880C79908}" dt="2026-07-25T04:13:07.312" v="631" actId="255"/>
          <ac:spMkLst>
            <pc:docMk/>
            <pc:sldMk cId="3527357216" sldId="267"/>
            <ac:spMk id="2" creationId="{66787B80-B3DA-1BB1-ABF2-DD1379FAEE93}"/>
          </ac:spMkLst>
        </pc:spChg>
        <pc:spChg chg="mod">
          <ac:chgData name="savarapu spandana" userId="1df1847695f51b24" providerId="LiveId" clId="{B8A190E5-4223-4FE1-8B7C-E0E880C79908}" dt="2026-07-25T04:13:59.052" v="642" actId="255"/>
          <ac:spMkLst>
            <pc:docMk/>
            <pc:sldMk cId="3527357216" sldId="267"/>
            <ac:spMk id="3" creationId="{62F6E2C3-3E51-BB4C-B575-B3899586329E}"/>
          </ac:spMkLst>
        </pc:spChg>
      </pc:sldChg>
      <pc:sldChg chg="modSp new mod">
        <pc:chgData name="savarapu spandana" userId="1df1847695f51b24" providerId="LiveId" clId="{B8A190E5-4223-4FE1-8B7C-E0E880C79908}" dt="2026-07-25T04:21:18.586" v="719" actId="12"/>
        <pc:sldMkLst>
          <pc:docMk/>
          <pc:sldMk cId="2582592471" sldId="268"/>
        </pc:sldMkLst>
        <pc:spChg chg="mod">
          <ac:chgData name="savarapu spandana" userId="1df1847695f51b24" providerId="LiveId" clId="{B8A190E5-4223-4FE1-8B7C-E0E880C79908}" dt="2026-07-25T04:19:42.523" v="706" actId="14100"/>
          <ac:spMkLst>
            <pc:docMk/>
            <pc:sldMk cId="2582592471" sldId="268"/>
            <ac:spMk id="2" creationId="{E0C07C22-CC8A-2B58-D735-1B67684CD8AE}"/>
          </ac:spMkLst>
        </pc:spChg>
        <pc:spChg chg="mod">
          <ac:chgData name="savarapu spandana" userId="1df1847695f51b24" providerId="LiveId" clId="{B8A190E5-4223-4FE1-8B7C-E0E880C79908}" dt="2026-07-25T04:21:18.586" v="719" actId="12"/>
          <ac:spMkLst>
            <pc:docMk/>
            <pc:sldMk cId="2582592471" sldId="268"/>
            <ac:spMk id="3" creationId="{B44885F9-CD34-F7D4-36AD-98D3E1499B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69F6-4C97-896F-FA5E-BF8BE7E8F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BABCE-D475-8642-7A52-E1854F208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74AA0-985B-C82D-954A-5E24B1FD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4060B-AC0D-320E-5146-B45C3661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58B98-12AE-F8A2-8118-02768C9A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016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6743-30DA-61FB-DFF2-7AF5C4F1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F7F0E-1BC0-5FD9-3517-02FAB821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06D84-B877-68F6-E6A5-7233BCA7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EFE25-F9C1-7006-0EAE-41D8C203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40FD0-9985-8BAC-1CC0-E4B3CDB3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37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F56B-6C22-DB66-D0EA-8437264F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10CA0-A482-ACAA-8EAB-6965EF20B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21D6-D554-9D46-19CD-B5C7BEC9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DAC63-4470-5E65-B124-E73948E9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5E884-2595-55FF-0DF3-7C074AA4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32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AD4B-2AF7-15BC-15E4-235503FD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6BD30-497B-3538-A907-1BEDCDA12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814F7-FB11-924E-2D2D-B22C8DEA1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B0D90-74AA-7AD0-E8FB-5A9FA23E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CA91B-1D00-AC26-522B-FCDB4866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EC193-C31C-82C2-3DF8-53E190D3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8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4642-D309-19F1-8206-06233E40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64C0B-04DF-BBB0-EB90-4A0234D7A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AD6F7-DB9C-CE03-1D27-07CD4A6EA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D1E61-9EBB-2DC6-6FD4-87626DF9B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4A449D-CAF7-EA0C-EE5D-0E8DC9C03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3E4A0-AB18-7C66-D44D-912162E3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B43E6-80E4-D469-B0C7-AA99078E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CFBBE-58F3-7D11-550B-ECCCC021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4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9869-8562-FB0D-CF81-5F1E0144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36D12-CEB2-AAA5-0170-5C57B58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0D5BEE-3502-FBA5-25DF-C39EE376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A87D6-493F-0234-9BC5-D5B46F68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78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7D8CB-B99D-95B3-7BE9-5BFFD6DA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DA4C8-2EE1-D20A-F6E8-76103954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E118D-3E36-A489-C4FE-C24705A3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10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7F43-04C3-E724-9B2B-DA4D711C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5317C-796F-8AD4-B154-FED28059B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955B8-5538-055C-C186-33D59E456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C4AF9-100D-5C91-514F-6AE89CE88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EA56C-B116-0EC4-D2FD-D2A928B7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16D4D-F26F-BFEA-56EA-7FE6A298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01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B41F4-3DDF-72DB-B40F-34520278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F2D84-710C-D8E7-71AF-AC168144F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135A4-7037-00A0-BC1B-5CF086520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D912A-5258-39B0-861A-89510836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E4BC6-7C55-264C-09F6-871B82F4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9E985-4AB7-4047-50F9-7E9C3E60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10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ACF8-E705-EC85-D73D-2CCE9D22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E9980-480D-A5B6-FB88-C67249903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14F4F-2EC9-872D-C24B-33886C22F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415AA-F69A-30D5-9D4F-8863C50F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A1200-0A1D-F201-29B7-265FAD3C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09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4883F-9E12-7EC7-D848-19414F028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53A81-44CB-17F3-B9EB-E444337BA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2F292-310D-58A5-4764-5291C295B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355D-B467-A85C-6E95-C8DEC538A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82EBF-6977-3209-775B-03C79A2A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70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84249-A66A-BF4B-B321-459038CFD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41AB8-FB1A-C72D-364C-140EEE53D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741CC-12EA-A5B0-96F0-C3213CE12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8D911-32C4-483A-8CAF-D31BEF0393D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A4999-BD19-91A3-AF4C-E13D286BE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15568-BF80-A2F8-5CEB-5D86D4099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BBE06-5D5F-476E-BEB5-1BD6A57A0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5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52E9-5022-2517-0502-AF420ABE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19392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/>
              <a:t>                                                      CSA0302-DATA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909E8-79E1-EB0B-1C2E-E2A70E744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30" y="2476563"/>
            <a:ext cx="9144000" cy="2374491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                                                                                                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university stores course prerequisites forming hierarchical dependencies. Recommend an appropriate representation structure and justify its efficiency.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Presented by: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S . Spandana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192525160</a:t>
            </a:r>
          </a:p>
        </p:txBody>
      </p:sp>
    </p:spTree>
    <p:extLst>
      <p:ext uri="{BB962C8B-B14F-4D97-AF65-F5344CB8AC3E}">
        <p14:creationId xmlns:p14="http://schemas.microsoft.com/office/powerpoint/2010/main" val="280407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1E53D-A31F-52D0-5EB7-638A98A8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939" y="500062"/>
            <a:ext cx="11532704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6BCE-949C-150C-6650-7558E4C29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939" y="2233129"/>
            <a:ext cx="10515600" cy="378998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prerequisite is a course that must be completed before another course.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maintain prerequisite relationships.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relationships form a hierarchical dependency.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data structure is needed to represent them.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930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EAB1-170C-7D4B-E33D-FE0DD3C4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Representation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572F-EE45-3577-4E68-7D37A1208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69" y="1834571"/>
            <a:ext cx="10515600" cy="4879105"/>
          </a:xfrm>
        </p:spPr>
        <p:txBody>
          <a:bodyPr>
            <a:normAutofit/>
          </a:bodyPr>
          <a:lstStyle/>
          <a:p>
            <a:pPr lvl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representation.</a:t>
            </a:r>
          </a:p>
          <a:p>
            <a:pPr lvl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course.</a:t>
            </a:r>
          </a:p>
          <a:p>
            <a:pPr lvl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 node → Prerequisite course. </a:t>
            </a:r>
          </a:p>
          <a:p>
            <a:pPr lvl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node → Dependent course.</a:t>
            </a:r>
          </a:p>
          <a:p>
            <a:pPr lvl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root node is the first course with no prerequisite.</a:t>
            </a:r>
          </a:p>
        </p:txBody>
      </p:sp>
    </p:spTree>
    <p:extLst>
      <p:ext uri="{BB962C8B-B14F-4D97-AF65-F5344CB8AC3E}">
        <p14:creationId xmlns:p14="http://schemas.microsoft.com/office/powerpoint/2010/main" val="234433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5572-5A9F-C6F4-27DD-5F4A3857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Tree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384A8-7772-D59F-3E8D-02ABDA6BE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hierarchical relationships naturally.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add new courses.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traversal of prerequisite paths.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duplication of course information.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students understand course progression.</a:t>
            </a:r>
          </a:p>
        </p:txBody>
      </p:sp>
    </p:spTree>
    <p:extLst>
      <p:ext uri="{BB962C8B-B14F-4D97-AF65-F5344CB8AC3E}">
        <p14:creationId xmlns:p14="http://schemas.microsoft.com/office/powerpoint/2010/main" val="117129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2700-2340-CE64-A45B-0639953C3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138B-2D82-1095-A71E-56082AA17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Structure: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Stores prerequisite relationships clearly.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insertion and traversal.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organized view of course dependencies.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Ideal for university course management systems.</a:t>
            </a:r>
          </a:p>
        </p:txBody>
      </p:sp>
    </p:spTree>
    <p:extLst>
      <p:ext uri="{BB962C8B-B14F-4D97-AF65-F5344CB8AC3E}">
        <p14:creationId xmlns:p14="http://schemas.microsoft.com/office/powerpoint/2010/main" val="1710782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7833-EF97-E5D3-C38F-9F970084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39" y="-131831"/>
            <a:ext cx="10515600" cy="566792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hospital emergency ward treats patients based on severity rather than arrival order. Suggest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asuitable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structure for managing patients and prepare a technical presentation explaining your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8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16305-65F5-17D9-7407-AFA00451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A03C0-F763-D97F-EA4C-44A983735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Patients arrive at different times. </a:t>
            </a:r>
          </a:p>
          <a:p>
            <a:r>
              <a:rPr lang="en-IN" dirty="0"/>
              <a:t>Treatment is based on severity, not arrival order. </a:t>
            </a:r>
          </a:p>
          <a:p>
            <a:r>
              <a:rPr lang="en-IN" dirty="0"/>
              <a:t>Critical patients must receive immediate attention.</a:t>
            </a:r>
          </a:p>
          <a:p>
            <a:r>
              <a:rPr lang="en-IN" dirty="0"/>
              <a:t> An efficient data structure is required to manage patient priority.</a:t>
            </a:r>
          </a:p>
        </p:txBody>
      </p:sp>
    </p:spTree>
    <p:extLst>
      <p:ext uri="{BB962C8B-B14F-4D97-AF65-F5344CB8AC3E}">
        <p14:creationId xmlns:p14="http://schemas.microsoft.com/office/powerpoint/2010/main" val="19948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7B80-B3DA-1BB1-ABF2-DD1379FA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10" y="308113"/>
            <a:ext cx="10515600" cy="196042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6E2C3-3E51-BB4C-B575-B38995863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320" y="1816446"/>
            <a:ext cx="10515600" cy="1500187"/>
          </a:xfrm>
        </p:spPr>
        <p:txBody>
          <a:bodyPr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patients based on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(severity)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higher severity are treated first.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two patients have the same priority, the one who arrived earlier is treated first.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quick access to the most critical patient.</a:t>
            </a:r>
          </a:p>
        </p:txBody>
      </p:sp>
    </p:spTree>
    <p:extLst>
      <p:ext uri="{BB962C8B-B14F-4D97-AF65-F5344CB8AC3E}">
        <p14:creationId xmlns:p14="http://schemas.microsoft.com/office/powerpoint/2010/main" val="3527357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35A61F-498B-602F-AFD8-402C4E727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096348"/>
              </p:ext>
            </p:extLst>
          </p:nvPr>
        </p:nvGraphicFramePr>
        <p:xfrm>
          <a:off x="541131" y="2876456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57648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922613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92060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389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0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Patient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Critical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490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Patient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350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Patient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7721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4BDDC3-09D5-B858-A7F2-62B23BFE65F7}"/>
              </a:ext>
            </a:extLst>
          </p:cNvPr>
          <p:cNvSpPr txBox="1"/>
          <p:nvPr/>
        </p:nvSpPr>
        <p:spPr>
          <a:xfrm>
            <a:off x="411922" y="1316142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8835E-6DDC-FD16-77EF-BDCA9659294C}"/>
              </a:ext>
            </a:extLst>
          </p:cNvPr>
          <p:cNvSpPr txBox="1"/>
          <p:nvPr/>
        </p:nvSpPr>
        <p:spPr>
          <a:xfrm>
            <a:off x="9424502" y="2926393"/>
            <a:ext cx="22263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Treatment Order</a:t>
            </a:r>
          </a:p>
          <a:p>
            <a:pPr>
              <a:buFont typeface="+mj-lt"/>
              <a:buAutoNum type="arabicPeriod"/>
            </a:pPr>
            <a:r>
              <a:rPr lang="en-IN" dirty="0"/>
              <a:t>Patient B (Critical) </a:t>
            </a:r>
          </a:p>
          <a:p>
            <a:pPr>
              <a:buFont typeface="+mj-lt"/>
              <a:buAutoNum type="arabicPeriod"/>
            </a:pPr>
            <a:r>
              <a:rPr lang="en-IN" dirty="0"/>
              <a:t>Patient C (Serious) </a:t>
            </a:r>
          </a:p>
          <a:p>
            <a:pPr>
              <a:buFont typeface="+mj-lt"/>
              <a:buAutoNum type="arabicPeriod"/>
            </a:pPr>
            <a:r>
              <a:rPr lang="en-IN" dirty="0"/>
              <a:t>Patient D (Moderate) </a:t>
            </a:r>
          </a:p>
          <a:p>
            <a:pPr>
              <a:buFont typeface="+mj-lt"/>
              <a:buAutoNum type="arabicPeriod"/>
            </a:pPr>
            <a:r>
              <a:rPr lang="en-IN" dirty="0"/>
              <a:t>Patient A (Stable) </a:t>
            </a:r>
          </a:p>
        </p:txBody>
      </p:sp>
    </p:spTree>
    <p:extLst>
      <p:ext uri="{BB962C8B-B14F-4D97-AF65-F5344CB8AC3E}">
        <p14:creationId xmlns:p14="http://schemas.microsoft.com/office/powerpoint/2010/main" val="412406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7C22-CC8A-2B58-D735-1B67684C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63694"/>
            <a:ext cx="2925141" cy="735289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85F9-CD34-F7D4-36AD-98D3E149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13402"/>
            <a:ext cx="10515600" cy="1500187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 Queue Organizes patients according to severity.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and fair emergency treatment.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hospital response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Ideal for emergency wards and critical care units.</a:t>
            </a:r>
          </a:p>
        </p:txBody>
      </p:sp>
    </p:spTree>
    <p:extLst>
      <p:ext uri="{BB962C8B-B14F-4D97-AF65-F5344CB8AC3E}">
        <p14:creationId xmlns:p14="http://schemas.microsoft.com/office/powerpoint/2010/main" val="2582592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DB2F-EFAC-6A15-849B-E20862E7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3058"/>
            <a:ext cx="10515600" cy="5270090"/>
          </a:xfrm>
        </p:spPr>
        <p:txBody>
          <a:bodyPr>
            <a:normAutofit/>
          </a:bodyPr>
          <a:lstStyle/>
          <a:p>
            <a:r>
              <a:rPr lang="en-IN" dirty="0"/>
              <a:t>                               </a:t>
            </a:r>
            <a:r>
              <a:rPr lang="en-IN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59168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390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                                                      CSA0302-DATA STRUCTURE</vt:lpstr>
      <vt:lpstr> Introduction</vt:lpstr>
      <vt:lpstr>Recommended Representation</vt:lpstr>
      <vt:lpstr>Advantages of Tree Structure</vt:lpstr>
      <vt:lpstr>Conclusion</vt:lpstr>
      <vt:lpstr>  TOPIC 2:A hospital emergency ward treats patients based on severity rather than arrival order. Suggest asuitable data structure for managing patients and prepare a technical presentation explaining your choice.</vt:lpstr>
      <vt:lpstr>Problem Statement</vt:lpstr>
      <vt:lpstr>Recommended Data Structure </vt:lpstr>
      <vt:lpstr>PowerPoint Presentation</vt:lpstr>
      <vt:lpstr>Conclusion</vt:lpstr>
      <vt:lpstr>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Amrutha Chinnu</dc:creator>
  <cp:lastModifiedBy>savarapu spandana</cp:lastModifiedBy>
  <cp:revision>2</cp:revision>
  <dcterms:created xsi:type="dcterms:W3CDTF">2026-07-21T03:38:45Z</dcterms:created>
  <dcterms:modified xsi:type="dcterms:W3CDTF">2026-07-25T04:21:44Z</dcterms:modified>
</cp:coreProperties>
</file>